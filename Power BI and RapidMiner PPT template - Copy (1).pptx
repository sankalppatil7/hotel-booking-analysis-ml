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4" r:id="rId10"/>
    <p:sldId id="263" r:id="rId11"/>
    <p:sldId id="264" r:id="rId12"/>
    <p:sldId id="277" r:id="rId13"/>
    <p:sldId id="276" r:id="rId14"/>
    <p:sldId id="267" r:id="rId15"/>
    <p:sldId id="278" r:id="rId16"/>
    <p:sldId id="279" r:id="rId17"/>
    <p:sldId id="280" r:id="rId18"/>
    <p:sldId id="270" r:id="rId19"/>
    <p:sldId id="272" r:id="rId20"/>
    <p:sldId id="273" r:id="rId21"/>
  </p:sldIdLst>
  <p:sldSz cx="9144000" cy="6858000" type="screen4x3"/>
  <p:notesSz cx="6858000" cy="9144000"/>
  <p:embeddedFontLst>
    <p:embeddedFont>
      <p:font typeface="Century Gothic" panose="020B0502020202020204" pitchFamily="34" charset="0"/>
      <p:regular r:id="rId23"/>
      <p:bold r:id="rId24"/>
      <p:italic r:id="rId25"/>
      <p:boldItalic r:id="rId26"/>
    </p:embeddedFont>
    <p:embeddedFont>
      <p:font typeface="Noto Sans Symbols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iruTaFT17uNS3qEmqOU1O2C1JZ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564EA-BE2D-46BB-8AE3-57D3907C4F55}" v="8" dt="2026-04-28T19:39:16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kalp Patil" userId="045d4ef19bc69968" providerId="LiveId" clId="{B7B5F729-03A9-4400-9D6E-ADC09F85826F}"/>
    <pc:docChg chg="undo custSel addSld modSld sldOrd">
      <pc:chgData name="Sankalp Patil" userId="045d4ef19bc69968" providerId="LiveId" clId="{B7B5F729-03A9-4400-9D6E-ADC09F85826F}" dt="2026-04-28T19:44:52.597" v="230" actId="14100"/>
      <pc:docMkLst>
        <pc:docMk/>
      </pc:docMkLst>
      <pc:sldChg chg="addSp modSp mod">
        <pc:chgData name="Sankalp Patil" userId="045d4ef19bc69968" providerId="LiveId" clId="{B7B5F729-03A9-4400-9D6E-ADC09F85826F}" dt="2026-04-28T08:28:18.437" v="198" actId="1076"/>
        <pc:sldMkLst>
          <pc:docMk/>
          <pc:sldMk cId="0" sldId="256"/>
        </pc:sldMkLst>
        <pc:spChg chg="mod">
          <ac:chgData name="Sankalp Patil" userId="045d4ef19bc69968" providerId="LiveId" clId="{B7B5F729-03A9-4400-9D6E-ADC09F85826F}" dt="2026-04-28T07:59:08.394" v="169" actId="255"/>
          <ac:spMkLst>
            <pc:docMk/>
            <pc:sldMk cId="0" sldId="256"/>
            <ac:spMk id="95" creationId="{00000000-0000-0000-0000-000000000000}"/>
          </ac:spMkLst>
        </pc:spChg>
        <pc:spChg chg="mod">
          <ac:chgData name="Sankalp Patil" userId="045d4ef19bc69968" providerId="LiveId" clId="{B7B5F729-03A9-4400-9D6E-ADC09F85826F}" dt="2026-04-28T08:28:18.437" v="198" actId="1076"/>
          <ac:spMkLst>
            <pc:docMk/>
            <pc:sldMk cId="0" sldId="256"/>
            <ac:spMk id="96" creationId="{00000000-0000-0000-0000-000000000000}"/>
          </ac:spMkLst>
        </pc:spChg>
        <pc:spChg chg="mod">
          <ac:chgData name="Sankalp Patil" userId="045d4ef19bc69968" providerId="LiveId" clId="{B7B5F729-03A9-4400-9D6E-ADC09F85826F}" dt="2026-04-28T04:24:13.338" v="30" actId="1076"/>
          <ac:spMkLst>
            <pc:docMk/>
            <pc:sldMk cId="0" sldId="256"/>
            <ac:spMk id="97" creationId="{00000000-0000-0000-0000-000000000000}"/>
          </ac:spMkLst>
        </pc:spChg>
        <pc:spChg chg="mod">
          <ac:chgData name="Sankalp Patil" userId="045d4ef19bc69968" providerId="LiveId" clId="{B7B5F729-03A9-4400-9D6E-ADC09F85826F}" dt="2026-04-28T04:24:07.014" v="29" actId="1076"/>
          <ac:spMkLst>
            <pc:docMk/>
            <pc:sldMk cId="0" sldId="256"/>
            <ac:spMk id="98" creationId="{00000000-0000-0000-0000-000000000000}"/>
          </ac:spMkLst>
        </pc:spChg>
        <pc:picChg chg="add mod">
          <ac:chgData name="Sankalp Patil" userId="045d4ef19bc69968" providerId="LiveId" clId="{B7B5F729-03A9-4400-9D6E-ADC09F85826F}" dt="2026-04-28T04:16:25.146" v="14" actId="1076"/>
          <ac:picMkLst>
            <pc:docMk/>
            <pc:sldMk cId="0" sldId="256"/>
            <ac:picMk id="3" creationId="{036B5801-9199-7605-CD7B-36E68651723E}"/>
          </ac:picMkLst>
        </pc:picChg>
        <pc:picChg chg="mod">
          <ac:chgData name="Sankalp Patil" userId="045d4ef19bc69968" providerId="LiveId" clId="{B7B5F729-03A9-4400-9D6E-ADC09F85826F}" dt="2026-04-28T04:24:00.771" v="27" actId="1076"/>
          <ac:picMkLst>
            <pc:docMk/>
            <pc:sldMk cId="0" sldId="256"/>
            <ac:picMk id="100" creationId="{00000000-0000-0000-0000-000000000000}"/>
          </ac:picMkLst>
        </pc:picChg>
      </pc:sldChg>
      <pc:sldChg chg="modSp mod">
        <pc:chgData name="Sankalp Patil" userId="045d4ef19bc69968" providerId="LiveId" clId="{B7B5F729-03A9-4400-9D6E-ADC09F85826F}" dt="2026-04-28T04:34:54.873" v="49" actId="20577"/>
        <pc:sldMkLst>
          <pc:docMk/>
          <pc:sldMk cId="0" sldId="257"/>
        </pc:sldMkLst>
        <pc:spChg chg="mod">
          <ac:chgData name="Sankalp Patil" userId="045d4ef19bc69968" providerId="LiveId" clId="{B7B5F729-03A9-4400-9D6E-ADC09F85826F}" dt="2026-04-28T04:34:54.873" v="49" actId="20577"/>
          <ac:spMkLst>
            <pc:docMk/>
            <pc:sldMk cId="0" sldId="257"/>
            <ac:spMk id="106" creationId="{00000000-0000-0000-0000-000000000000}"/>
          </ac:spMkLst>
        </pc:spChg>
      </pc:sldChg>
      <pc:sldChg chg="modSp mod">
        <pc:chgData name="Sankalp Patil" userId="045d4ef19bc69968" providerId="LiveId" clId="{B7B5F729-03A9-4400-9D6E-ADC09F85826F}" dt="2026-04-28T05:06:55.545" v="111" actId="20577"/>
        <pc:sldMkLst>
          <pc:docMk/>
          <pc:sldMk cId="0" sldId="258"/>
        </pc:sldMkLst>
        <pc:spChg chg="mod">
          <ac:chgData name="Sankalp Patil" userId="045d4ef19bc69968" providerId="LiveId" clId="{B7B5F729-03A9-4400-9D6E-ADC09F85826F}" dt="2026-04-28T05:06:55.545" v="111" actId="20577"/>
          <ac:spMkLst>
            <pc:docMk/>
            <pc:sldMk cId="0" sldId="258"/>
            <ac:spMk id="114" creationId="{00000000-0000-0000-0000-000000000000}"/>
          </ac:spMkLst>
        </pc:spChg>
      </pc:sldChg>
      <pc:sldChg chg="modSp mod">
        <pc:chgData name="Sankalp Patil" userId="045d4ef19bc69968" providerId="LiveId" clId="{B7B5F729-03A9-4400-9D6E-ADC09F85826F}" dt="2026-04-28T05:03:28.548" v="51" actId="255"/>
        <pc:sldMkLst>
          <pc:docMk/>
          <pc:sldMk cId="0" sldId="259"/>
        </pc:sldMkLst>
        <pc:spChg chg="mod">
          <ac:chgData name="Sankalp Patil" userId="045d4ef19bc69968" providerId="LiveId" clId="{B7B5F729-03A9-4400-9D6E-ADC09F85826F}" dt="2026-04-28T05:03:28.548" v="51" actId="255"/>
          <ac:spMkLst>
            <pc:docMk/>
            <pc:sldMk cId="0" sldId="259"/>
            <ac:spMk id="121" creationId="{00000000-0000-0000-0000-000000000000}"/>
          </ac:spMkLst>
        </pc:spChg>
      </pc:sldChg>
      <pc:sldChg chg="modSp mod">
        <pc:chgData name="Sankalp Patil" userId="045d4ef19bc69968" providerId="LiveId" clId="{B7B5F729-03A9-4400-9D6E-ADC09F85826F}" dt="2026-04-28T05:03:39.521" v="53" actId="113"/>
        <pc:sldMkLst>
          <pc:docMk/>
          <pc:sldMk cId="0" sldId="260"/>
        </pc:sldMkLst>
        <pc:spChg chg="mod">
          <ac:chgData name="Sankalp Patil" userId="045d4ef19bc69968" providerId="LiveId" clId="{B7B5F729-03A9-4400-9D6E-ADC09F85826F}" dt="2026-04-28T05:03:39.521" v="53" actId="113"/>
          <ac:spMkLst>
            <pc:docMk/>
            <pc:sldMk cId="0" sldId="260"/>
            <ac:spMk id="129" creationId="{00000000-0000-0000-0000-000000000000}"/>
          </ac:spMkLst>
        </pc:spChg>
      </pc:sldChg>
      <pc:sldChg chg="modSp mod">
        <pc:chgData name="Sankalp Patil" userId="045d4ef19bc69968" providerId="LiveId" clId="{B7B5F729-03A9-4400-9D6E-ADC09F85826F}" dt="2026-04-28T05:04:22.950" v="58" actId="255"/>
        <pc:sldMkLst>
          <pc:docMk/>
          <pc:sldMk cId="0" sldId="261"/>
        </pc:sldMkLst>
        <pc:spChg chg="mod">
          <ac:chgData name="Sankalp Patil" userId="045d4ef19bc69968" providerId="LiveId" clId="{B7B5F729-03A9-4400-9D6E-ADC09F85826F}" dt="2026-04-28T05:04:22.950" v="58" actId="255"/>
          <ac:spMkLst>
            <pc:docMk/>
            <pc:sldMk cId="0" sldId="261"/>
            <ac:spMk id="136" creationId="{00000000-0000-0000-0000-000000000000}"/>
          </ac:spMkLst>
        </pc:spChg>
      </pc:sldChg>
      <pc:sldChg chg="addSp delSp modSp mod">
        <pc:chgData name="Sankalp Patil" userId="045d4ef19bc69968" providerId="LiveId" clId="{B7B5F729-03A9-4400-9D6E-ADC09F85826F}" dt="2026-04-28T07:55:12.550" v="114" actId="1076"/>
        <pc:sldMkLst>
          <pc:docMk/>
          <pc:sldMk cId="0" sldId="267"/>
        </pc:sldMkLst>
        <pc:picChg chg="del">
          <ac:chgData name="Sankalp Patil" userId="045d4ef19bc69968" providerId="LiveId" clId="{B7B5F729-03A9-4400-9D6E-ADC09F85826F}" dt="2026-04-28T07:55:05.814" v="112" actId="478"/>
          <ac:picMkLst>
            <pc:docMk/>
            <pc:sldMk cId="0" sldId="267"/>
            <ac:picMk id="3" creationId="{15C3F952-409B-D5FD-887B-5FF8F160D366}"/>
          </ac:picMkLst>
        </pc:picChg>
        <pc:picChg chg="add mod">
          <ac:chgData name="Sankalp Patil" userId="045d4ef19bc69968" providerId="LiveId" clId="{B7B5F729-03A9-4400-9D6E-ADC09F85826F}" dt="2026-04-28T07:55:12.550" v="114" actId="1076"/>
          <ac:picMkLst>
            <pc:docMk/>
            <pc:sldMk cId="0" sldId="267"/>
            <ac:picMk id="4" creationId="{AA20D10D-4F26-B8F1-A4B6-93774AFE326E}"/>
          </ac:picMkLst>
        </pc:picChg>
      </pc:sldChg>
      <pc:sldChg chg="addSp modSp mod">
        <pc:chgData name="Sankalp Patil" userId="045d4ef19bc69968" providerId="LiveId" clId="{B7B5F729-03A9-4400-9D6E-ADC09F85826F}" dt="2026-04-28T04:23:25.840" v="22" actId="14100"/>
        <pc:sldMkLst>
          <pc:docMk/>
          <pc:sldMk cId="0" sldId="271"/>
        </pc:sldMkLst>
        <pc:picChg chg="add mod">
          <ac:chgData name="Sankalp Patil" userId="045d4ef19bc69968" providerId="LiveId" clId="{B7B5F729-03A9-4400-9D6E-ADC09F85826F}" dt="2026-04-28T04:23:25.840" v="22" actId="14100"/>
          <ac:picMkLst>
            <pc:docMk/>
            <pc:sldMk cId="0" sldId="271"/>
            <ac:picMk id="3" creationId="{8D805595-7FE7-79F3-A7E1-8CED6DF74EFE}"/>
          </ac:picMkLst>
        </pc:picChg>
        <pc:picChg chg="add mod">
          <ac:chgData name="Sankalp Patil" userId="045d4ef19bc69968" providerId="LiveId" clId="{B7B5F729-03A9-4400-9D6E-ADC09F85826F}" dt="2026-04-28T04:23:22.509" v="21" actId="14100"/>
          <ac:picMkLst>
            <pc:docMk/>
            <pc:sldMk cId="0" sldId="271"/>
            <ac:picMk id="5" creationId="{39E59AA2-2A2C-DD34-85A7-05A46EDEF7B3}"/>
          </ac:picMkLst>
        </pc:picChg>
      </pc:sldChg>
      <pc:sldChg chg="ord">
        <pc:chgData name="Sankalp Patil" userId="045d4ef19bc69968" providerId="LiveId" clId="{B7B5F729-03A9-4400-9D6E-ADC09F85826F}" dt="2026-04-28T04:25:32.802" v="34"/>
        <pc:sldMkLst>
          <pc:docMk/>
          <pc:sldMk cId="3266327728" sldId="277"/>
        </pc:sldMkLst>
      </pc:sldChg>
      <pc:sldChg chg="addSp delSp modSp mod">
        <pc:chgData name="Sankalp Patil" userId="045d4ef19bc69968" providerId="LiveId" clId="{B7B5F729-03A9-4400-9D6E-ADC09F85826F}" dt="2026-04-28T07:55:38.956" v="118" actId="1076"/>
        <pc:sldMkLst>
          <pc:docMk/>
          <pc:sldMk cId="2400845962" sldId="278"/>
        </pc:sldMkLst>
        <pc:picChg chg="add mod">
          <ac:chgData name="Sankalp Patil" userId="045d4ef19bc69968" providerId="LiveId" clId="{B7B5F729-03A9-4400-9D6E-ADC09F85826F}" dt="2026-04-28T07:55:38.956" v="118" actId="1076"/>
          <ac:picMkLst>
            <pc:docMk/>
            <pc:sldMk cId="2400845962" sldId="278"/>
            <ac:picMk id="3" creationId="{22CFF659-0915-C29C-7A78-757915E9A392}"/>
          </ac:picMkLst>
        </pc:picChg>
        <pc:picChg chg="del">
          <ac:chgData name="Sankalp Patil" userId="045d4ef19bc69968" providerId="LiveId" clId="{B7B5F729-03A9-4400-9D6E-ADC09F85826F}" dt="2026-04-28T07:55:31.688" v="115" actId="478"/>
          <ac:picMkLst>
            <pc:docMk/>
            <pc:sldMk cId="2400845962" sldId="278"/>
            <ac:picMk id="4" creationId="{7C32DB30-F36A-5E94-890C-6E6111BF4FC7}"/>
          </ac:picMkLst>
        </pc:picChg>
      </pc:sldChg>
      <pc:sldChg chg="addSp delSp modSp mod">
        <pc:chgData name="Sankalp Patil" userId="045d4ef19bc69968" providerId="LiveId" clId="{B7B5F729-03A9-4400-9D6E-ADC09F85826F}" dt="2026-04-28T07:56:03.231" v="121" actId="1076"/>
        <pc:sldMkLst>
          <pc:docMk/>
          <pc:sldMk cId="711373" sldId="279"/>
        </pc:sldMkLst>
        <pc:picChg chg="add mod">
          <ac:chgData name="Sankalp Patil" userId="045d4ef19bc69968" providerId="LiveId" clId="{B7B5F729-03A9-4400-9D6E-ADC09F85826F}" dt="2026-04-28T07:56:03.231" v="121" actId="1076"/>
          <ac:picMkLst>
            <pc:docMk/>
            <pc:sldMk cId="711373" sldId="279"/>
            <ac:picMk id="3" creationId="{B8AE5BFE-7F78-C9F8-D160-5E4C7A6B3543}"/>
          </ac:picMkLst>
        </pc:picChg>
        <pc:picChg chg="del">
          <ac:chgData name="Sankalp Patil" userId="045d4ef19bc69968" providerId="LiveId" clId="{B7B5F729-03A9-4400-9D6E-ADC09F85826F}" dt="2026-04-28T07:55:59.225" v="119" actId="478"/>
          <ac:picMkLst>
            <pc:docMk/>
            <pc:sldMk cId="711373" sldId="279"/>
            <ac:picMk id="4" creationId="{C2EEC9D9-5FF9-F2A2-967C-686A1211AE06}"/>
          </ac:picMkLst>
        </pc:picChg>
      </pc:sldChg>
      <pc:sldChg chg="addSp delSp modSp mod">
        <pc:chgData name="Sankalp Patil" userId="045d4ef19bc69968" providerId="LiveId" clId="{B7B5F729-03A9-4400-9D6E-ADC09F85826F}" dt="2026-04-28T07:56:31.275" v="124" actId="1076"/>
        <pc:sldMkLst>
          <pc:docMk/>
          <pc:sldMk cId="2572132027" sldId="280"/>
        </pc:sldMkLst>
        <pc:picChg chg="add mod">
          <ac:chgData name="Sankalp Patil" userId="045d4ef19bc69968" providerId="LiveId" clId="{B7B5F729-03A9-4400-9D6E-ADC09F85826F}" dt="2026-04-28T07:56:31.275" v="124" actId="1076"/>
          <ac:picMkLst>
            <pc:docMk/>
            <pc:sldMk cId="2572132027" sldId="280"/>
            <ac:picMk id="3" creationId="{970A534D-FC05-82C0-F4FA-A4951FB12829}"/>
          </ac:picMkLst>
        </pc:picChg>
        <pc:picChg chg="del">
          <ac:chgData name="Sankalp Patil" userId="045d4ef19bc69968" providerId="LiveId" clId="{B7B5F729-03A9-4400-9D6E-ADC09F85826F}" dt="2026-04-28T07:56:22.320" v="122" actId="478"/>
          <ac:picMkLst>
            <pc:docMk/>
            <pc:sldMk cId="2572132027" sldId="280"/>
            <ac:picMk id="4" creationId="{B8C8AB4F-7712-89F5-381C-4F983CF7AF01}"/>
          </ac:picMkLst>
        </pc:picChg>
      </pc:sldChg>
      <pc:sldChg chg="addSp delSp modSp add mod">
        <pc:chgData name="Sankalp Patil" userId="045d4ef19bc69968" providerId="LiveId" clId="{B7B5F729-03A9-4400-9D6E-ADC09F85826F}" dt="2026-04-28T19:42:34.839" v="218" actId="14100"/>
        <pc:sldMkLst>
          <pc:docMk/>
          <pc:sldMk cId="933151195" sldId="281"/>
        </pc:sldMkLst>
        <pc:picChg chg="del">
          <ac:chgData name="Sankalp Patil" userId="045d4ef19bc69968" providerId="LiveId" clId="{B7B5F729-03A9-4400-9D6E-ADC09F85826F}" dt="2026-04-28T19:39:26.361" v="202" actId="478"/>
          <ac:picMkLst>
            <pc:docMk/>
            <pc:sldMk cId="933151195" sldId="281"/>
            <ac:picMk id="3" creationId="{9C3E169A-6679-4AA9-41FD-43C088A1259B}"/>
          </ac:picMkLst>
        </pc:picChg>
        <pc:picChg chg="add mod">
          <ac:chgData name="Sankalp Patil" userId="045d4ef19bc69968" providerId="LiveId" clId="{B7B5F729-03A9-4400-9D6E-ADC09F85826F}" dt="2026-04-28T19:42:34.839" v="218" actId="14100"/>
          <ac:picMkLst>
            <pc:docMk/>
            <pc:sldMk cId="933151195" sldId="281"/>
            <ac:picMk id="4" creationId="{4D402AED-DF96-00D4-83B1-596C1C301F3B}"/>
          </ac:picMkLst>
        </pc:picChg>
        <pc:picChg chg="del">
          <ac:chgData name="Sankalp Patil" userId="045d4ef19bc69968" providerId="LiveId" clId="{B7B5F729-03A9-4400-9D6E-ADC09F85826F}" dt="2026-04-28T19:39:24.011" v="201" actId="478"/>
          <ac:picMkLst>
            <pc:docMk/>
            <pc:sldMk cId="933151195" sldId="281"/>
            <ac:picMk id="5" creationId="{3CA48901-0F8B-E429-7C0E-E36DA0BF630F}"/>
          </ac:picMkLst>
        </pc:picChg>
        <pc:picChg chg="add mod">
          <ac:chgData name="Sankalp Patil" userId="045d4ef19bc69968" providerId="LiveId" clId="{B7B5F729-03A9-4400-9D6E-ADC09F85826F}" dt="2026-04-28T19:42:29.607" v="216" actId="14100"/>
          <ac:picMkLst>
            <pc:docMk/>
            <pc:sldMk cId="933151195" sldId="281"/>
            <ac:picMk id="7" creationId="{1948D1B9-DA27-E58B-4BB0-E3A93F935136}"/>
          </ac:picMkLst>
        </pc:picChg>
      </pc:sldChg>
      <pc:sldChg chg="addSp delSp modSp add mod">
        <pc:chgData name="Sankalp Patil" userId="045d4ef19bc69968" providerId="LiveId" clId="{B7B5F729-03A9-4400-9D6E-ADC09F85826F}" dt="2026-04-28T19:44:52.597" v="230" actId="14100"/>
        <pc:sldMkLst>
          <pc:docMk/>
          <pc:sldMk cId="3109833787" sldId="282"/>
        </pc:sldMkLst>
        <pc:picChg chg="del">
          <ac:chgData name="Sankalp Patil" userId="045d4ef19bc69968" providerId="LiveId" clId="{B7B5F729-03A9-4400-9D6E-ADC09F85826F}" dt="2026-04-28T19:42:40.129" v="220" actId="478"/>
          <ac:picMkLst>
            <pc:docMk/>
            <pc:sldMk cId="3109833787" sldId="282"/>
            <ac:picMk id="3" creationId="{64FBC386-4094-316C-6948-43F02716DEEA}"/>
          </ac:picMkLst>
        </pc:picChg>
        <pc:picChg chg="add mod">
          <ac:chgData name="Sankalp Patil" userId="045d4ef19bc69968" providerId="LiveId" clId="{B7B5F729-03A9-4400-9D6E-ADC09F85826F}" dt="2026-04-28T19:44:48.837" v="229" actId="14100"/>
          <ac:picMkLst>
            <pc:docMk/>
            <pc:sldMk cId="3109833787" sldId="282"/>
            <ac:picMk id="4" creationId="{2BBFA614-1661-9D3D-EA1C-843CE28A7A3F}"/>
          </ac:picMkLst>
        </pc:picChg>
        <pc:picChg chg="del">
          <ac:chgData name="Sankalp Patil" userId="045d4ef19bc69968" providerId="LiveId" clId="{B7B5F729-03A9-4400-9D6E-ADC09F85826F}" dt="2026-04-28T19:42:39.442" v="219" actId="478"/>
          <ac:picMkLst>
            <pc:docMk/>
            <pc:sldMk cId="3109833787" sldId="282"/>
            <ac:picMk id="5" creationId="{FC8BF0C5-0FED-DDF1-A767-40163227DE5B}"/>
          </ac:picMkLst>
        </pc:picChg>
        <pc:picChg chg="add mod">
          <ac:chgData name="Sankalp Patil" userId="045d4ef19bc69968" providerId="LiveId" clId="{B7B5F729-03A9-4400-9D6E-ADC09F85826F}" dt="2026-04-28T19:44:52.597" v="230" actId="14100"/>
          <ac:picMkLst>
            <pc:docMk/>
            <pc:sldMk cId="3109833787" sldId="282"/>
            <ac:picMk id="7" creationId="{E1BA3E81-3AA6-F8FD-2755-38714117CD9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CSE Dept., SET-Jain University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E1C7FF4C-C92F-1D03-251A-7E735FE2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>
            <a:extLst>
              <a:ext uri="{FF2B5EF4-FFF2-40B4-BE49-F238E27FC236}">
                <a16:creationId xmlns:a16="http://schemas.microsoft.com/office/drawing/2014/main" id="{6B73D228-60AB-F38C-E38A-8915FFB782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:notes">
            <a:extLst>
              <a:ext uri="{FF2B5EF4-FFF2-40B4-BE49-F238E27FC236}">
                <a16:creationId xmlns:a16="http://schemas.microsoft.com/office/drawing/2014/main" id="{517E2573-C840-8B16-4D9D-3F1B41C9CF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677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B9252016-E925-4F48-70D0-8224AF6EC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>
            <a:extLst>
              <a:ext uri="{FF2B5EF4-FFF2-40B4-BE49-F238E27FC236}">
                <a16:creationId xmlns:a16="http://schemas.microsoft.com/office/drawing/2014/main" id="{B63E887C-CFD8-F18A-BB46-9BEC941857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:notes">
            <a:extLst>
              <a:ext uri="{FF2B5EF4-FFF2-40B4-BE49-F238E27FC236}">
                <a16:creationId xmlns:a16="http://schemas.microsoft.com/office/drawing/2014/main" id="{095D7E44-EE83-3E09-D962-B7BD544AF0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38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B209C284-12B7-BA5B-9DD6-A912CCFC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>
            <a:extLst>
              <a:ext uri="{FF2B5EF4-FFF2-40B4-BE49-F238E27FC236}">
                <a16:creationId xmlns:a16="http://schemas.microsoft.com/office/drawing/2014/main" id="{DC0A8AFF-D1F6-F537-9F10-3689044602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>
            <a:extLst>
              <a:ext uri="{FF2B5EF4-FFF2-40B4-BE49-F238E27FC236}">
                <a16:creationId xmlns:a16="http://schemas.microsoft.com/office/drawing/2014/main" id="{4692E925-1982-2AA0-C3FE-F962F9827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729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28A65AEB-CF89-903C-B5AA-EE9D7EB0E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>
            <a:extLst>
              <a:ext uri="{FF2B5EF4-FFF2-40B4-BE49-F238E27FC236}">
                <a16:creationId xmlns:a16="http://schemas.microsoft.com/office/drawing/2014/main" id="{F93C7DAB-5E88-A652-3252-4CF642DB8B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>
            <a:extLst>
              <a:ext uri="{FF2B5EF4-FFF2-40B4-BE49-F238E27FC236}">
                <a16:creationId xmlns:a16="http://schemas.microsoft.com/office/drawing/2014/main" id="{15BE243B-64FF-11D4-86B5-E810BEF52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899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A747244B-61FB-D6D4-8BFF-5427D79C3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>
            <a:extLst>
              <a:ext uri="{FF2B5EF4-FFF2-40B4-BE49-F238E27FC236}">
                <a16:creationId xmlns:a16="http://schemas.microsoft.com/office/drawing/2014/main" id="{860FDCC8-56FB-0939-C69F-DA84316F80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>
            <a:extLst>
              <a:ext uri="{FF2B5EF4-FFF2-40B4-BE49-F238E27FC236}">
                <a16:creationId xmlns:a16="http://schemas.microsoft.com/office/drawing/2014/main" id="{1D402F27-BF39-3836-0179-135D057F97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4069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ldNum" idx="12"/>
          </p:nvPr>
        </p:nvSpPr>
        <p:spPr>
          <a:xfrm>
            <a:off x="423862" y="4529137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dt" idx="10"/>
          </p:nvPr>
        </p:nvSpPr>
        <p:spPr>
          <a:xfrm>
            <a:off x="1943100" y="6103937"/>
            <a:ext cx="9525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ftr" idx="11"/>
          </p:nvPr>
        </p:nvSpPr>
        <p:spPr>
          <a:xfrm>
            <a:off x="2895600" y="6103937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8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1" name="Google Shape;11;p18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" name="Google Shape;12;p18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" name="Google Shape;13;p18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" name="Google Shape;14;p18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" name="Google Shape;15;p18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" name="Google Shape;16;p18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" name="Google Shape;17;p18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" name="Google Shape;18;p18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" name="Google Shape;19;p18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" name="Google Shape;20;p18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" name="Google Shape;21;p18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" name="Google Shape;22;p18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3" name="Google Shape;23;p18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24" name="Google Shape;24;p18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" name="Google Shape;25;p18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" name="Google Shape;26;p18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" name="Google Shape;27;p18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18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18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18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18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18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18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18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18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6" name="Google Shape;36;p18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18"/>
          <p:cNvSpPr/>
          <p:nvPr/>
        </p:nvSpPr>
        <p:spPr>
          <a:xfrm>
            <a:off x="-31750" y="4321175"/>
            <a:ext cx="1395412" cy="781050"/>
          </a:xfrm>
          <a:custGeom>
            <a:avLst/>
            <a:gdLst/>
            <a:ahLst/>
            <a:cxnLst/>
            <a:rect l="l" t="t" r="r" b="b"/>
            <a:pathLst>
              <a:path w="8042" h="10000" extrusionOk="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8" name="Google Shape;3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7600" y="304800"/>
            <a:ext cx="1416050" cy="4540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sldNum" idx="12"/>
          </p:nvPr>
        </p:nvSpPr>
        <p:spPr>
          <a:xfrm>
            <a:off x="423862" y="4529137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  <a:defRPr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C5DEE5"/>
            </a:gs>
          </a:gsLst>
          <a:lin ang="5400000" scaled="0"/>
        </a:gra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20"/>
          <p:cNvGrpSpPr/>
          <p:nvPr/>
        </p:nvGrpSpPr>
        <p:grpSpPr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48" name="Google Shape;48;p20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" name="Google Shape;49;p20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" name="Google Shape;50;p20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" name="Google Shape;51;p20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" name="Google Shape;52;p20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" name="Google Shape;53;p20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" name="Google Shape;54;p20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" name="Google Shape;55;p20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" name="Google Shape;56;p20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" name="Google Shape;57;p20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" name="Google Shape;58;p20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9" name="Google Shape;59;p20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19215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60" name="Google Shape;60;p20"/>
          <p:cNvGrpSpPr/>
          <p:nvPr/>
        </p:nvGrpSpPr>
        <p:grpSpPr>
          <a:xfrm>
            <a:off x="20637" y="0"/>
            <a:ext cx="1952625" cy="6853237"/>
            <a:chOff x="6627813" y="196102"/>
            <a:chExt cx="1952625" cy="5677649"/>
          </a:xfrm>
        </p:grpSpPr>
        <p:sp>
          <p:nvSpPr>
            <p:cNvPr id="61" name="Google Shape;61;p20"/>
            <p:cNvSpPr/>
            <p:nvPr/>
          </p:nvSpPr>
          <p:spPr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2" name="Google Shape;62;p20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3" name="Google Shape;63;p20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4" name="Google Shape;64;p20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5" name="Google Shape;65;p20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6" name="Google Shape;66;p20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7" name="Google Shape;67;p20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8" name="Google Shape;68;p20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9" name="Google Shape;69;p20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" name="Google Shape;70;p20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" name="Google Shape;71;p20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2" name="Google Shape;72;p20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73" name="Google Shape;73;p20"/>
          <p:cNvSpPr/>
          <p:nvPr/>
        </p:nvSpPr>
        <p:spPr>
          <a:xfrm>
            <a:off x="0" y="0"/>
            <a:ext cx="182562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" name="Google Shape;74;p20"/>
          <p:cNvSpPr/>
          <p:nvPr/>
        </p:nvSpPr>
        <p:spPr>
          <a:xfrm rot="10800000" flipH="1">
            <a:off x="0" y="711200"/>
            <a:ext cx="1358900" cy="508000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5" name="Google Shape;7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7600" y="125412"/>
            <a:ext cx="1416050" cy="4540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0"/>
          <p:cNvSpPr txBox="1">
            <a:spLocks noGrp="1"/>
          </p:cNvSpPr>
          <p:nvPr>
            <p:ph type="title"/>
          </p:nvPr>
        </p:nvSpPr>
        <p:spPr>
          <a:xfrm>
            <a:off x="1944687" y="623887"/>
            <a:ext cx="6589712" cy="128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1581AA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1"/>
          </p:nvPr>
        </p:nvSpPr>
        <p:spPr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dt" idx="10"/>
          </p:nvPr>
        </p:nvSpPr>
        <p:spPr>
          <a:xfrm>
            <a:off x="1943100" y="6103937"/>
            <a:ext cx="9525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ftr" idx="11"/>
          </p:nvPr>
        </p:nvSpPr>
        <p:spPr>
          <a:xfrm>
            <a:off x="2895600" y="6103937"/>
            <a:ext cx="4876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  <a:defRPr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876300" y="42862"/>
            <a:ext cx="8153400" cy="8588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5" name="Google Shape;95;p1"/>
          <p:cNvSpPr txBox="1">
            <a:spLocks noGrp="1"/>
          </p:cNvSpPr>
          <p:nvPr>
            <p:ph type="subTitle" idx="1"/>
          </p:nvPr>
        </p:nvSpPr>
        <p:spPr>
          <a:xfrm>
            <a:off x="930416" y="3142531"/>
            <a:ext cx="7664168" cy="1596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800" b="1" dirty="0">
                <a:solidFill>
                  <a:srgbClr val="C00000"/>
                </a:solidFill>
              </a:rPr>
              <a:t>Hotel Guest Intelligence and Revenue Optimization System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200" b="1" dirty="0">
              <a:solidFill>
                <a:srgbClr val="C0000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800" b="1" dirty="0">
              <a:solidFill>
                <a:srgbClr val="C00000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483519" y="1469428"/>
            <a:ext cx="59055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None/>
            </a:pPr>
            <a:r>
              <a:rPr lang="en-US" sz="2400" b="1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Power BI and RapidMiner</a:t>
            </a:r>
            <a:endParaRPr dirty="0"/>
          </a:p>
        </p:txBody>
      </p:sp>
      <p:sp>
        <p:nvSpPr>
          <p:cNvPr id="98" name="Google Shape;98;p1"/>
          <p:cNvSpPr txBox="1"/>
          <p:nvPr/>
        </p:nvSpPr>
        <p:spPr>
          <a:xfrm>
            <a:off x="381000" y="989343"/>
            <a:ext cx="8932682" cy="133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47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0D0D47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sz="2800" b="1" i="0" u="none" strike="noStrike" cap="none" dirty="0">
              <a:solidFill>
                <a:srgbClr val="0D0D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47"/>
              </a:buClr>
              <a:buSzPts val="2800"/>
              <a:buFont typeface="Calibri"/>
              <a:buNone/>
            </a:pPr>
            <a:endParaRPr sz="2800" b="1" i="0" u="none" strike="noStrike" cap="none" dirty="0">
              <a:solidFill>
                <a:srgbClr val="0D0D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423862" y="4529137"/>
            <a:ext cx="584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>
            <a:spLocks noGrp="1"/>
          </p:cNvSpPr>
          <p:nvPr>
            <p:ph type="title"/>
          </p:nvPr>
        </p:nvSpPr>
        <p:spPr>
          <a:xfrm>
            <a:off x="1676400" y="573087"/>
            <a:ext cx="6589712" cy="55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3600"/>
              <a:buFont typeface="Calibri"/>
              <a:buNone/>
            </a:pPr>
            <a:r>
              <a:rPr lang="en-US" sz="3600" b="1" i="0" u="none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106" name="Google Shape;106;p2"/>
          <p:cNvSpPr txBox="1">
            <a:spLocks noGrp="1"/>
          </p:cNvSpPr>
          <p:nvPr>
            <p:ph type="body" idx="1"/>
          </p:nvPr>
        </p:nvSpPr>
        <p:spPr>
          <a:xfrm>
            <a:off x="1676400" y="1124262"/>
            <a:ext cx="6591300" cy="501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AutoNum type="arabicPeriod"/>
            </a:pPr>
            <a:r>
              <a:rPr lang="en-US" sz="1800" b="0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800" b="0" i="0" u="none" strike="noStrik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Social/Environmental Impact 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Dataset Description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Data Preprocessing 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Development 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Visualizations (Power BI Dashboard) 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Conclusion </a:t>
            </a:r>
          </a:p>
          <a:p>
            <a:pPr marL="3429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sz="1800" b="0" i="0" u="none" strike="noStrike" cap="none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endParaRPr sz="1800" b="0" i="0" u="none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950912" y="6165850"/>
            <a:ext cx="10668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r>
              <a:rPr lang="en-US"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entury Gothic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fld>
            <a:r>
              <a:rPr lang="en-US" sz="900" b="0" i="0" u="none" strike="noStrike" cap="non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1945202" y="624110"/>
            <a:ext cx="6255824" cy="80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 b="1" dirty="0"/>
              <a:t>Abstract</a:t>
            </a:r>
            <a:endParaRPr sz="2800" b="1" dirty="0"/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1"/>
          </p:nvPr>
        </p:nvSpPr>
        <p:spPr>
          <a:xfrm>
            <a:off x="1942415" y="1229032"/>
            <a:ext cx="6591985" cy="4682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Font typeface="Noto Sans Symbols"/>
              <a:buChar char="⮚"/>
            </a:pPr>
            <a:r>
              <a:rPr lang="en-US" dirty="0"/>
              <a:t>Context: Analysis of hotel booking data to understand customer behavior and trends</a:t>
            </a:r>
            <a:endParaRPr dirty="0"/>
          </a:p>
          <a:p>
            <a:pPr lvl="0">
              <a:buFont typeface="Noto Sans Symbols"/>
              <a:buChar char="⮚"/>
            </a:pPr>
            <a:r>
              <a:rPr lang="en-US" dirty="0"/>
              <a:t>Objective: To predict booking cancellations, customer reviews, and segment guests</a:t>
            </a:r>
            <a:endParaRPr dirty="0"/>
          </a:p>
          <a:p>
            <a:pPr lvl="0">
              <a:buFont typeface="Noto Sans Symbols"/>
              <a:buChar char="⮚"/>
            </a:pPr>
            <a:r>
              <a:rPr lang="en-US" dirty="0"/>
              <a:t>Methods/approach: </a:t>
            </a:r>
          </a:p>
          <a:p>
            <a:pPr marL="114300" lvl="0" indent="0">
              <a:buNone/>
            </a:pPr>
            <a:r>
              <a:rPr lang="en-US" dirty="0"/>
              <a:t>• Random Forest (Cancellation Prediction)</a:t>
            </a:r>
            <a:br>
              <a:rPr lang="en-US" dirty="0"/>
            </a:br>
            <a:r>
              <a:rPr lang="en-US" dirty="0"/>
              <a:t>• Decision Tree &amp; Naive Bayes (Review Prediction)</a:t>
            </a:r>
            <a:br>
              <a:rPr lang="en-US" dirty="0"/>
            </a:br>
            <a:r>
              <a:rPr lang="en-US" dirty="0"/>
              <a:t>• K-Means Clustering (Guest Segmentation)</a:t>
            </a:r>
            <a:endParaRPr dirty="0"/>
          </a:p>
          <a:p>
            <a:pPr lvl="0">
              <a:buFont typeface="Noto Sans Symbols"/>
              <a:buChar char="⮚"/>
            </a:pPr>
            <a:r>
              <a:rPr lang="en-US" dirty="0"/>
              <a:t>Results : Achieved 75.46% accuracy in cancellation prediction and 86.52% in review prediction with meaningful customer segments</a:t>
            </a:r>
            <a:endParaRPr dirty="0"/>
          </a:p>
          <a:p>
            <a:pPr lvl="0">
              <a:buFont typeface="Noto Sans Symbols"/>
              <a:buChar char="⮚"/>
            </a:pPr>
            <a:r>
              <a:rPr lang="en-US" dirty="0"/>
              <a:t>Conclusion :Enables data-driven decision making for improving customer satisfaction and reducing cancellations</a:t>
            </a:r>
            <a:endParaRPr lang="en-IN"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dirty="0"/>
              <a:t>To analyze and visualize key performance metrics</a:t>
            </a:r>
            <a:endParaRPr lang="en-IN" dirty="0"/>
          </a:p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dirty="0"/>
          </a:p>
        </p:txBody>
      </p:sp>
      <p:sp>
        <p:nvSpPr>
          <p:cNvPr id="115" name="Google Shape;115;p3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br>
              <a:rPr lang="en-US" b="1">
                <a:solidFill>
                  <a:schemeClr val="accent2"/>
                </a:solidFill>
              </a:rPr>
            </a:br>
            <a:endParaRPr b="1">
              <a:solidFill>
                <a:schemeClr val="accent2"/>
              </a:solidFill>
            </a:endParaRPr>
          </a:p>
        </p:txBody>
      </p:sp>
      <p:sp>
        <p:nvSpPr>
          <p:cNvPr id="121" name="Google Shape;121;p4"/>
          <p:cNvSpPr txBox="1">
            <a:spLocks noGrp="1"/>
          </p:cNvSpPr>
          <p:nvPr>
            <p:ph type="body" idx="1"/>
          </p:nvPr>
        </p:nvSpPr>
        <p:spPr>
          <a:xfrm>
            <a:off x="1445343" y="1691149"/>
            <a:ext cx="7279556" cy="489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2000" dirty="0"/>
              <a:t>➤ Hotels face high uncertainty due to frequent booking cancellations, affecting revenue and planning</a:t>
            </a:r>
          </a:p>
          <a:p>
            <a:pPr marL="114300" indent="0">
              <a:buNone/>
            </a:pPr>
            <a:r>
              <a:rPr lang="en-US" sz="2000" dirty="0"/>
              <a:t>➤ It is difficult to identify which customers are likely to cancel in advance</a:t>
            </a:r>
          </a:p>
          <a:p>
            <a:pPr marL="114300" indent="0">
              <a:buNone/>
            </a:pPr>
            <a:r>
              <a:rPr lang="en-US" sz="2000" dirty="0"/>
              <a:t>➤ Hotels lack insights into customer satisfaction and cannot predict negative reviews early</a:t>
            </a:r>
          </a:p>
          <a:p>
            <a:pPr marL="114300" indent="0">
              <a:buNone/>
            </a:pPr>
            <a:r>
              <a:rPr lang="en-US" sz="2000" dirty="0"/>
              <a:t>➤ There is no clear segmentation of customers for targeted marketing strategies</a:t>
            </a:r>
          </a:p>
          <a:p>
            <a:pPr marL="114300" indent="0">
              <a:buNone/>
            </a:pPr>
            <a:r>
              <a:rPr lang="en-US" sz="2000" dirty="0"/>
              <a:t>➤ Manual analysis of large booking datasets is time-consuming and inefficient</a:t>
            </a:r>
          </a:p>
          <a:p>
            <a:pPr marL="114300" indent="0">
              <a:buNone/>
            </a:pPr>
            <a:r>
              <a:rPr lang="en-US" sz="2000" dirty="0"/>
              <a:t>➤ There is a need for a data-driven system to predict customer behavior and improve decision-making</a:t>
            </a: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600" dirty="0"/>
          </a:p>
        </p:txBody>
      </p:sp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84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b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128" name="Google Shape;128;p5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1198969" y="1471613"/>
            <a:ext cx="7335431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Century Gothic" panose="020B0502020202020204" pitchFamily="34" charset="0"/>
              </a:rPr>
              <a:t>➤ To analyze hotel booking data and understand customer behavior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➤ To predict booking cancellations using Random Forest model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➤ To predict customer review outcomes using Decision Tree and Naive Bayes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➤ To segment customers into meaningful groups using K-Means Clustering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➤ To perform data preprocessing and feature engineering for improved model performance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➤ To visualize insights using interactive dashboards in Power BI</a:t>
            </a:r>
          </a:p>
          <a:p>
            <a:r>
              <a:rPr lang="en-US" sz="2400" dirty="0">
                <a:latin typeface="Century Gothic" panose="020B0502020202020204" pitchFamily="34" charset="0"/>
              </a:rPr>
              <a:t>➤ To enable data-driven decision making for hotels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1471613" y="624110"/>
            <a:ext cx="7062787" cy="861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0" i="0" u="none" strike="noStrik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Social/Environmental Impact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  <p:sp>
        <p:nvSpPr>
          <p:cNvPr id="136" name="Google Shape;136;p6"/>
          <p:cNvSpPr txBox="1"/>
          <p:nvPr/>
        </p:nvSpPr>
        <p:spPr>
          <a:xfrm>
            <a:off x="1471613" y="1868130"/>
            <a:ext cx="7253286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Century Gothic" panose="020B0502020202020204" pitchFamily="34" charset="0"/>
              </a:rPr>
              <a:t>➤ Helps hotels reduce unnecessary cancellations, leading to better resource planning and reduced operational waste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➤ Improves customer satisfaction by predicting and addressing negative experiences in advance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➤ Enables efficient use of hotel resources like rooms, staff, and services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➤ Supports targeted marketing, reducing unnecessary promotions and communication overload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➤ Encourages data-driven decision making in the hospitality industry</a:t>
            </a:r>
          </a:p>
          <a:p>
            <a:r>
              <a:rPr lang="en-US" sz="2000" dirty="0">
                <a:latin typeface="Century Gothic" panose="020B0502020202020204" pitchFamily="34" charset="0"/>
              </a:rPr>
              <a:t>➤ Indirectly contributes to sustainability by minimizing overbooking, food waste, and energy wastage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Dataset Description</a:t>
            </a:r>
            <a:b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142" name="Google Shape;142;p7"/>
          <p:cNvSpPr txBox="1">
            <a:spLocks noGrp="1"/>
          </p:cNvSpPr>
          <p:nvPr>
            <p:ph type="body" idx="1"/>
          </p:nvPr>
        </p:nvSpPr>
        <p:spPr>
          <a:xfrm>
            <a:off x="865239" y="1150818"/>
            <a:ext cx="8278761" cy="524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Dataset:</a:t>
            </a:r>
            <a:r>
              <a:rPr lang="en-US" sz="1400" dirty="0"/>
              <a:t> Hotel Booking Dataset</a:t>
            </a:r>
          </a:p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Source:</a:t>
            </a:r>
            <a:r>
              <a:rPr lang="en-US" sz="1400" dirty="0"/>
              <a:t> Public dataset obtained from Kaggle, containing real-world hotel booking records</a:t>
            </a:r>
          </a:p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Duration Covered:</a:t>
            </a:r>
            <a:r>
              <a:rPr lang="en-US" sz="1400" dirty="0"/>
              <a:t> 2015 to 2017</a:t>
            </a:r>
          </a:p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Dataset Size:</a:t>
            </a:r>
            <a:br>
              <a:rPr lang="en-US" sz="1400" dirty="0"/>
            </a:br>
            <a:r>
              <a:rPr lang="en-US" sz="1400" dirty="0"/>
              <a:t>• 119,390 booking records</a:t>
            </a:r>
            <a:br>
              <a:rPr lang="en-US" sz="1400" dirty="0"/>
            </a:br>
            <a:r>
              <a:rPr lang="en-US" sz="1400" dirty="0"/>
              <a:t>• 32 attributes describing each booking</a:t>
            </a:r>
          </a:p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Data Structure:</a:t>
            </a:r>
            <a:br>
              <a:rPr lang="en-US" sz="1400" dirty="0"/>
            </a:br>
            <a:r>
              <a:rPr lang="en-US" sz="1400" dirty="0"/>
              <a:t>Structured tabular data consisting of numerical and categorical features</a:t>
            </a:r>
          </a:p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Key Attributes Include:</a:t>
            </a:r>
            <a:br>
              <a:rPr lang="en-US" sz="1400" dirty="0"/>
            </a:br>
            <a:r>
              <a:rPr lang="en-US" sz="1400" dirty="0"/>
              <a:t>• </a:t>
            </a:r>
            <a:r>
              <a:rPr lang="en-US" sz="1400" b="1" dirty="0"/>
              <a:t>Lead Time</a:t>
            </a:r>
            <a:r>
              <a:rPr lang="en-US" sz="1400" dirty="0"/>
              <a:t> – Days between booking and arrival</a:t>
            </a:r>
            <a:br>
              <a:rPr lang="en-US" sz="1400" dirty="0"/>
            </a:br>
            <a:r>
              <a:rPr lang="en-US" sz="1400" dirty="0"/>
              <a:t>• </a:t>
            </a:r>
            <a:r>
              <a:rPr lang="en-US" sz="1400" b="1" dirty="0"/>
              <a:t>ADR (Average Daily Rate)</a:t>
            </a:r>
            <a:r>
              <a:rPr lang="en-US" sz="1400" dirty="0"/>
              <a:t> – Cost per night</a:t>
            </a:r>
            <a:br>
              <a:rPr lang="en-US" sz="1400" dirty="0"/>
            </a:br>
            <a:r>
              <a:rPr lang="en-US" sz="1400" dirty="0"/>
              <a:t>• </a:t>
            </a:r>
            <a:r>
              <a:rPr lang="en-US" sz="1400" b="1" dirty="0"/>
              <a:t>Guest Details</a:t>
            </a:r>
            <a:r>
              <a:rPr lang="en-US" sz="1400" dirty="0"/>
              <a:t> – Adults, children, babies</a:t>
            </a:r>
            <a:br>
              <a:rPr lang="en-US" sz="1400" dirty="0"/>
            </a:br>
            <a:r>
              <a:rPr lang="en-US" sz="1400" dirty="0"/>
              <a:t>• </a:t>
            </a:r>
            <a:r>
              <a:rPr lang="en-US" sz="1400" b="1" dirty="0"/>
              <a:t>Market Segment</a:t>
            </a:r>
            <a:r>
              <a:rPr lang="en-US" sz="1400" dirty="0"/>
              <a:t> – Booking source (online, offline, etc.)</a:t>
            </a:r>
            <a:br>
              <a:rPr lang="en-US" sz="1400" dirty="0"/>
            </a:br>
            <a:r>
              <a:rPr lang="en-US" sz="1400" dirty="0"/>
              <a:t>• </a:t>
            </a:r>
            <a:r>
              <a:rPr lang="en-US" sz="1400" b="1" dirty="0"/>
              <a:t>Deposit Type</a:t>
            </a:r>
            <a:r>
              <a:rPr lang="en-US" sz="1400" dirty="0"/>
              <a:t> – Payment condition</a:t>
            </a:r>
            <a:br>
              <a:rPr lang="en-US" sz="1400" dirty="0"/>
            </a:br>
            <a:r>
              <a:rPr lang="en-US" sz="1400" dirty="0"/>
              <a:t>• </a:t>
            </a:r>
            <a:r>
              <a:rPr lang="en-US" sz="1400" b="1" dirty="0"/>
              <a:t>Special Requests</a:t>
            </a:r>
            <a:r>
              <a:rPr lang="en-US" sz="1400" dirty="0"/>
              <a:t> – Customer requirements</a:t>
            </a:r>
            <a:br>
              <a:rPr lang="en-US" sz="1400" dirty="0"/>
            </a:br>
            <a:r>
              <a:rPr lang="en-US" sz="1400" dirty="0"/>
              <a:t>• </a:t>
            </a:r>
            <a:r>
              <a:rPr lang="en-US" sz="1400" b="1" dirty="0"/>
              <a:t>Cancellation Status</a:t>
            </a:r>
            <a:r>
              <a:rPr lang="en-US" sz="1400" dirty="0"/>
              <a:t> – Indicates if booking was cancelled</a:t>
            </a:r>
          </a:p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Data Preprocessing:</a:t>
            </a:r>
            <a:br>
              <a:rPr lang="en-US" sz="1400" dirty="0"/>
            </a:br>
            <a:r>
              <a:rPr lang="en-US" sz="1400" dirty="0"/>
              <a:t>Handled missing values and performed feature engineering to enhance model performance</a:t>
            </a:r>
          </a:p>
        </p:txBody>
      </p:sp>
      <p:sp>
        <p:nvSpPr>
          <p:cNvPr id="143" name="Google Shape;143;p7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E85F9-B2FE-ED28-E0BE-0732DF349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Dataset Description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B27C3-48C0-8A7E-2E80-ED57517CCF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F8E7E-E7B5-DB22-A029-3F22845A2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8915"/>
            <a:ext cx="9144000" cy="328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05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149" name="Google Shape;149;p8"/>
          <p:cNvSpPr txBox="1">
            <a:spLocks noGrp="1"/>
          </p:cNvSpPr>
          <p:nvPr>
            <p:ph type="body" idx="1"/>
          </p:nvPr>
        </p:nvSpPr>
        <p:spPr>
          <a:xfrm>
            <a:off x="1356852" y="1179871"/>
            <a:ext cx="7492179" cy="549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Data Cleaning:</a:t>
            </a:r>
            <a:br>
              <a:rPr lang="en-US" sz="1400" dirty="0"/>
            </a:br>
            <a:r>
              <a:rPr lang="en-US" sz="1400" dirty="0"/>
              <a:t>Handled missing values (e.g., replaced null values in children with 0)</a:t>
            </a:r>
          </a:p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Feature Selection:</a:t>
            </a:r>
            <a:br>
              <a:rPr lang="en-US" sz="1400" dirty="0"/>
            </a:br>
            <a:r>
              <a:rPr lang="en-US" sz="1400" dirty="0"/>
              <a:t>Selected relevant attributes and removed unnecessary columns</a:t>
            </a:r>
          </a:p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Feature Engineering:</a:t>
            </a:r>
            <a:br>
              <a:rPr lang="en-US" sz="1400" dirty="0"/>
            </a:br>
            <a:r>
              <a:rPr lang="en-US" sz="1400" dirty="0"/>
              <a:t>Created new variables such as:</a:t>
            </a:r>
            <a:br>
              <a:rPr lang="en-US" sz="1400" dirty="0"/>
            </a:br>
            <a:r>
              <a:rPr lang="en-US" sz="1400" dirty="0"/>
              <a:t>• total_nights</a:t>
            </a:r>
            <a:br>
              <a:rPr lang="en-US" sz="1400" dirty="0"/>
            </a:br>
            <a:r>
              <a:rPr lang="en-US" sz="1400" dirty="0"/>
              <a:t>• total_spend</a:t>
            </a:r>
            <a:br>
              <a:rPr lang="en-US" sz="1400" dirty="0"/>
            </a:br>
            <a:r>
              <a:rPr lang="en-US" sz="1400" dirty="0"/>
              <a:t>• group_size</a:t>
            </a:r>
            <a:br>
              <a:rPr lang="en-US" sz="1400" dirty="0"/>
            </a:br>
            <a:r>
              <a:rPr lang="en-US" sz="1400" dirty="0"/>
              <a:t>• group_type</a:t>
            </a:r>
            <a:br>
              <a:rPr lang="en-US" sz="1400" dirty="0"/>
            </a:br>
            <a:r>
              <a:rPr lang="en-US" sz="1400" dirty="0"/>
              <a:t>• travel_style</a:t>
            </a:r>
          </a:p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Data Transformation:</a:t>
            </a:r>
            <a:br>
              <a:rPr lang="en-US" sz="1400" dirty="0"/>
            </a:br>
            <a:r>
              <a:rPr lang="en-US" sz="1400" dirty="0"/>
              <a:t>Converted categorical data into meaningful labels (e.g., Yes/No, Positive/Negative)</a:t>
            </a:r>
          </a:p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Outlier Removal:</a:t>
            </a:r>
            <a:br>
              <a:rPr lang="en-US" sz="1400" dirty="0"/>
            </a:br>
            <a:r>
              <a:rPr lang="en-US" sz="1400" dirty="0"/>
              <a:t>Filtered extreme values (e.g., very high price or long stays) to improve model accuracy</a:t>
            </a:r>
          </a:p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Normalization:</a:t>
            </a:r>
            <a:br>
              <a:rPr lang="en-US" sz="1400" dirty="0"/>
            </a:br>
            <a:r>
              <a:rPr lang="en-US" sz="1400" dirty="0"/>
              <a:t>Applied Z-score normalization to scale numerical features for clustering</a:t>
            </a:r>
          </a:p>
          <a:p>
            <a:pPr marL="114300" indent="0">
              <a:buNone/>
            </a:pPr>
            <a:r>
              <a:rPr lang="en-US" sz="1400" dirty="0"/>
              <a:t>➤ </a:t>
            </a:r>
            <a:r>
              <a:rPr lang="en-US" sz="1400" b="1" dirty="0"/>
              <a:t>Data Splitting:</a:t>
            </a:r>
            <a:br>
              <a:rPr lang="en-US" sz="1400" dirty="0"/>
            </a:br>
            <a:r>
              <a:rPr lang="en-US" sz="1400" dirty="0"/>
              <a:t>Divided dataset into 70% training and 30% testing</a:t>
            </a: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  <p:sp>
        <p:nvSpPr>
          <p:cNvPr id="150" name="Google Shape;150;p8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title"/>
          </p:nvPr>
        </p:nvSpPr>
        <p:spPr>
          <a:xfrm>
            <a:off x="1396181" y="624110"/>
            <a:ext cx="7138219" cy="850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Data Flow Model</a:t>
            </a:r>
            <a:endParaRPr dirty="0"/>
          </a:p>
        </p:txBody>
      </p:sp>
      <p:sp>
        <p:nvSpPr>
          <p:cNvPr id="156" name="Google Shape;156;p9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7150E-8357-52AC-F625-0E21F1D55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03" y="1209368"/>
            <a:ext cx="8846397" cy="3359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F1E3C8-CD1D-8512-01D8-0A4DD7FC1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181" y="4680424"/>
            <a:ext cx="7328718" cy="20488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23234508-A79C-89DE-E227-3A14174CF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>
            <a:extLst>
              <a:ext uri="{FF2B5EF4-FFF2-40B4-BE49-F238E27FC236}">
                <a16:creationId xmlns:a16="http://schemas.microsoft.com/office/drawing/2014/main" id="{38132071-8CA9-BDFE-3EEA-9AF973F046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96181" y="624110"/>
            <a:ext cx="7138219" cy="850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Data Flow Model</a:t>
            </a:r>
            <a:endParaRPr dirty="0"/>
          </a:p>
        </p:txBody>
      </p:sp>
      <p:sp>
        <p:nvSpPr>
          <p:cNvPr id="156" name="Google Shape;156;p9">
            <a:extLst>
              <a:ext uri="{FF2B5EF4-FFF2-40B4-BE49-F238E27FC236}">
                <a16:creationId xmlns:a16="http://schemas.microsoft.com/office/drawing/2014/main" id="{E8ABC9C4-9151-BB13-03D2-B7B24EF5CD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E69EE4-6B02-E4AA-2857-BB1DD5F6F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48" y="1375334"/>
            <a:ext cx="8976852" cy="3177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70F57D-28F6-FC4B-2F57-2AAE0A06A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92" y="4719484"/>
            <a:ext cx="8159871" cy="199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27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173A4F64-0695-C9A9-9A58-EA9E1269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>
            <a:extLst>
              <a:ext uri="{FF2B5EF4-FFF2-40B4-BE49-F238E27FC236}">
                <a16:creationId xmlns:a16="http://schemas.microsoft.com/office/drawing/2014/main" id="{B432F0C5-36E3-DE61-0232-40BB50C9D4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96181" y="624110"/>
            <a:ext cx="7138219" cy="850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Data Flow Model</a:t>
            </a:r>
            <a:endParaRPr dirty="0"/>
          </a:p>
        </p:txBody>
      </p:sp>
      <p:sp>
        <p:nvSpPr>
          <p:cNvPr id="156" name="Google Shape;156;p9">
            <a:extLst>
              <a:ext uri="{FF2B5EF4-FFF2-40B4-BE49-F238E27FC236}">
                <a16:creationId xmlns:a16="http://schemas.microsoft.com/office/drawing/2014/main" id="{DF235AA6-354C-7429-DC4B-4134111F8F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87CC7E-B869-4726-9BBA-26481384B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28" y="1217263"/>
            <a:ext cx="8914172" cy="32859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E045F1-14F3-3CD7-18CC-C5238CC4A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871" y="4582834"/>
            <a:ext cx="3616257" cy="211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60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227249" cy="76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Interactive Visualizations</a:t>
            </a:r>
            <a:endParaRPr dirty="0"/>
          </a:p>
        </p:txBody>
      </p:sp>
      <p:sp>
        <p:nvSpPr>
          <p:cNvPr id="193" name="Google Shape;193;p12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20D10D-4F26-B8F1-A4B6-93774AFE3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4529"/>
            <a:ext cx="9144000" cy="51758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87BD9D24-6228-DE5A-F00C-72E81B79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>
            <a:extLst>
              <a:ext uri="{FF2B5EF4-FFF2-40B4-BE49-F238E27FC236}">
                <a16:creationId xmlns:a16="http://schemas.microsoft.com/office/drawing/2014/main" id="{6DD48C33-556B-2DA1-2613-CB6D190902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227249" cy="76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Interactive Visualizations</a:t>
            </a:r>
            <a:endParaRPr dirty="0"/>
          </a:p>
        </p:txBody>
      </p:sp>
      <p:sp>
        <p:nvSpPr>
          <p:cNvPr id="193" name="Google Shape;193;p12">
            <a:extLst>
              <a:ext uri="{FF2B5EF4-FFF2-40B4-BE49-F238E27FC236}">
                <a16:creationId xmlns:a16="http://schemas.microsoft.com/office/drawing/2014/main" id="{44846A35-2274-397A-027E-643D419E3A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CFF659-0915-C29C-7A78-757915E9A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9704"/>
            <a:ext cx="9144000" cy="515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45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1C7586A2-6F8C-8145-E49E-FD4F2B82A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>
            <a:extLst>
              <a:ext uri="{FF2B5EF4-FFF2-40B4-BE49-F238E27FC236}">
                <a16:creationId xmlns:a16="http://schemas.microsoft.com/office/drawing/2014/main" id="{F4E44D02-89FC-CBEE-D576-6AC20AADAE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227249" cy="76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Interactive Visualizations</a:t>
            </a:r>
            <a:endParaRPr dirty="0"/>
          </a:p>
        </p:txBody>
      </p:sp>
      <p:sp>
        <p:nvSpPr>
          <p:cNvPr id="193" name="Google Shape;193;p12">
            <a:extLst>
              <a:ext uri="{FF2B5EF4-FFF2-40B4-BE49-F238E27FC236}">
                <a16:creationId xmlns:a16="http://schemas.microsoft.com/office/drawing/2014/main" id="{B6494D9C-5965-AA43-098B-EC0A6E8BA5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AE5BFE-7F78-C9F8-D160-5E4C7A6B3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3920"/>
            <a:ext cx="9144000" cy="512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39227A45-553F-7ABE-D18B-0BA72486F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>
            <a:extLst>
              <a:ext uri="{FF2B5EF4-FFF2-40B4-BE49-F238E27FC236}">
                <a16:creationId xmlns:a16="http://schemas.microsoft.com/office/drawing/2014/main" id="{E7A5A9B2-C84C-3680-8D6A-4C08F3012C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227249" cy="76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Interactive Visualizations</a:t>
            </a:r>
            <a:endParaRPr dirty="0"/>
          </a:p>
        </p:txBody>
      </p:sp>
      <p:sp>
        <p:nvSpPr>
          <p:cNvPr id="193" name="Google Shape;193;p12">
            <a:extLst>
              <a:ext uri="{FF2B5EF4-FFF2-40B4-BE49-F238E27FC236}">
                <a16:creationId xmlns:a16="http://schemas.microsoft.com/office/drawing/2014/main" id="{6C39C9E5-4C39-D672-8E1C-31ED9CAAAF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0A534D-FC05-82C0-F4FA-A4951FB12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4802"/>
            <a:ext cx="9144000" cy="513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132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>
            <a:spLocks noGrp="1"/>
          </p:cNvSpPr>
          <p:nvPr>
            <p:ph type="title"/>
          </p:nvPr>
        </p:nvSpPr>
        <p:spPr>
          <a:xfrm>
            <a:off x="1345565" y="146590"/>
            <a:ext cx="7077075" cy="128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Status of certificate</a:t>
            </a:r>
            <a:endParaRPr dirty="0"/>
          </a:p>
        </p:txBody>
      </p:sp>
      <p:sp>
        <p:nvSpPr>
          <p:cNvPr id="216" name="Google Shape;216;p15"/>
          <p:cNvSpPr txBox="1">
            <a:spLocks noGrp="1"/>
          </p:cNvSpPr>
          <p:nvPr>
            <p:ph type="body" idx="1"/>
          </p:nvPr>
        </p:nvSpPr>
        <p:spPr>
          <a:xfrm flipH="1">
            <a:off x="10112346" y="2133600"/>
            <a:ext cx="559351" cy="571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?"/>
            </a:pPr>
            <a:r>
              <a:rPr lang="en-US"/>
              <a:t>.</a:t>
            </a:r>
            <a:endParaRPr/>
          </a:p>
        </p:txBody>
      </p:sp>
      <p:sp>
        <p:nvSpPr>
          <p:cNvPr id="217" name="Google Shape;217;p15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1A27F4-077A-811B-DAF5-8D3C8711E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2" y="1040721"/>
            <a:ext cx="4897120" cy="25559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D34F28-F224-2326-5B2E-CA24F93BD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640" y="3625721"/>
            <a:ext cx="4785360" cy="308568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815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33" name="Google Shape;233;p17"/>
          <p:cNvSpPr txBox="1">
            <a:spLocks noGrp="1"/>
          </p:cNvSpPr>
          <p:nvPr>
            <p:ph type="body" idx="1"/>
          </p:nvPr>
        </p:nvSpPr>
        <p:spPr>
          <a:xfrm>
            <a:off x="1021788" y="1406216"/>
            <a:ext cx="7624372" cy="5024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dirty="0"/>
              <a:t>➤ Successfully analyzed hotel booking data to understand customer behavior and booking patterns</a:t>
            </a:r>
          </a:p>
          <a:p>
            <a:pPr marL="114300" indent="0">
              <a:buNone/>
            </a:pPr>
            <a:r>
              <a:rPr lang="en-US" dirty="0"/>
              <a:t>➤ Developed predictive models for booking cancellations and customer reviews using Machine Learning techniques</a:t>
            </a:r>
          </a:p>
          <a:p>
            <a:pPr marL="114300" indent="0">
              <a:buNone/>
            </a:pPr>
            <a:r>
              <a:rPr lang="en-US" dirty="0"/>
              <a:t>➤ Achieved </a:t>
            </a:r>
            <a:r>
              <a:rPr lang="en-US" b="1" dirty="0"/>
              <a:t>75.46% accuracy</a:t>
            </a:r>
            <a:r>
              <a:rPr lang="en-US" dirty="0"/>
              <a:t> in cancellation prediction and </a:t>
            </a:r>
            <a:r>
              <a:rPr lang="en-US" b="1" dirty="0"/>
              <a:t>86.52% accuracy</a:t>
            </a:r>
            <a:r>
              <a:rPr lang="en-US" dirty="0"/>
              <a:t> in review prediction</a:t>
            </a:r>
          </a:p>
          <a:p>
            <a:pPr marL="114300" indent="0">
              <a:buNone/>
            </a:pPr>
            <a:r>
              <a:rPr lang="en-US" dirty="0"/>
              <a:t>➤ Identified meaningful customer segments using </a:t>
            </a:r>
            <a:r>
              <a:rPr lang="en-US" b="1" dirty="0"/>
              <a:t>K-Means Clustering</a:t>
            </a:r>
            <a:r>
              <a:rPr lang="en-US" dirty="0"/>
              <a:t> for better targeting</a:t>
            </a:r>
          </a:p>
          <a:p>
            <a:pPr marL="114300" indent="0">
              <a:buNone/>
            </a:pPr>
            <a:r>
              <a:rPr lang="en-US" dirty="0"/>
              <a:t>➤ Performed effective data preprocessing and feature engineering to improve model performance</a:t>
            </a:r>
          </a:p>
          <a:p>
            <a:pPr marL="114300" indent="0">
              <a:buNone/>
            </a:pPr>
            <a:r>
              <a:rPr lang="en-US" dirty="0"/>
              <a:t>➤ Visualized insights using Power BI dashboards for easy interpretation</a:t>
            </a:r>
          </a:p>
          <a:p>
            <a:pPr marL="114300" indent="0">
              <a:buNone/>
            </a:pPr>
            <a:r>
              <a:rPr lang="en-US" dirty="0"/>
              <a:t>➤ The project enables </a:t>
            </a:r>
            <a:r>
              <a:rPr lang="en-US" b="1" dirty="0"/>
              <a:t>data-driven decision making</a:t>
            </a:r>
            <a:r>
              <a:rPr lang="en-US" dirty="0"/>
              <a:t> to reduce cancellations, improve customer satisfaction, and optimize hotel operations</a:t>
            </a:r>
          </a:p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34" name="Google Shape;234;p17"/>
          <p:cNvSpPr txBox="1">
            <a:spLocks noGrp="1"/>
          </p:cNvSpPr>
          <p:nvPr>
            <p:ph type="sldNum" idx="12"/>
          </p:nvPr>
        </p:nvSpPr>
        <p:spPr>
          <a:xfrm>
            <a:off x="7948612" y="6140450"/>
            <a:ext cx="7762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(#)  of 12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1C590-D40C-280A-CEE9-AFE02D653E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(#)  of 12</a:t>
            </a:r>
          </a:p>
        </p:txBody>
      </p:sp>
      <p:pic>
        <p:nvPicPr>
          <p:cNvPr id="2050" name="Picture 2" descr="13 Ending slide ideas | thank you images, thankful, thank you quotes">
            <a:extLst>
              <a:ext uri="{FF2B5EF4-FFF2-40B4-BE49-F238E27FC236}">
                <a16:creationId xmlns:a16="http://schemas.microsoft.com/office/drawing/2014/main" id="{97D5F217-15D3-D920-C0F8-7088B578F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486611"/>
      </p:ext>
    </p:extLst>
  </p:cSld>
  <p:clrMapOvr>
    <a:masterClrMapping/>
  </p:clrMapOvr>
</p:sld>
</file>

<file path=ppt/theme/theme1.xml><?xml version="1.0" encoding="utf-8"?>
<a:theme xmlns:a="http://schemas.openxmlformats.org/drawingml/2006/main" name="1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Wisp">
  <a:themeElements>
    <a:clrScheme name="Wisp">
      <a:dk1>
        <a:srgbClr val="000000"/>
      </a:dk1>
      <a:lt1>
        <a:srgbClr val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857</Words>
  <Application>Microsoft Office PowerPoint</Application>
  <PresentationFormat>On-screen Show (4:3)</PresentationFormat>
  <Paragraphs>100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Century Gothic</vt:lpstr>
      <vt:lpstr>Calibri</vt:lpstr>
      <vt:lpstr>Noto Sans Symbols</vt:lpstr>
      <vt:lpstr>1_Wisp</vt:lpstr>
      <vt:lpstr>2_Wisp</vt:lpstr>
      <vt:lpstr>PowerPoint Presentation</vt:lpstr>
      <vt:lpstr>Overview</vt:lpstr>
      <vt:lpstr>Abstract</vt:lpstr>
      <vt:lpstr>Problem Statement </vt:lpstr>
      <vt:lpstr>Objectives  </vt:lpstr>
      <vt:lpstr>Social/Environmental Impact</vt:lpstr>
      <vt:lpstr>Dataset Description </vt:lpstr>
      <vt:lpstr>Dataset Description</vt:lpstr>
      <vt:lpstr>Data Preprocessing</vt:lpstr>
      <vt:lpstr>Data Flow Model</vt:lpstr>
      <vt:lpstr>Data Flow Model</vt:lpstr>
      <vt:lpstr>Data Flow Model</vt:lpstr>
      <vt:lpstr>Interactive Visualizations</vt:lpstr>
      <vt:lpstr>Interactive Visualizations</vt:lpstr>
      <vt:lpstr>Interactive Visualizations</vt:lpstr>
      <vt:lpstr>Interactive Visualizations</vt:lpstr>
      <vt:lpstr>Status of certificate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GANDHIKUMAR CHINNIRATHOD</dc:creator>
  <cp:lastModifiedBy>shreya patil</cp:lastModifiedBy>
  <cp:revision>5</cp:revision>
  <dcterms:modified xsi:type="dcterms:W3CDTF">2026-05-07T14:23:34Z</dcterms:modified>
</cp:coreProperties>
</file>